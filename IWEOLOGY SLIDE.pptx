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4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627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53DB99-E093-4FB4-B0A2-1053F93C6C17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10A10244-3EA7-42B3-AF46-D0974A9C327D}">
      <dgm:prSet phldrT="[Text]" phldr="0" custT="1"/>
      <dgm:spPr>
        <a:solidFill>
          <a:srgbClr val="FFFF00"/>
        </a:solidFill>
      </dgm:spPr>
      <dgm:t>
        <a:bodyPr/>
        <a:lstStyle/>
        <a:p>
          <a:endParaRPr lang="en-ZA" sz="1200" b="1" dirty="0">
            <a:solidFill>
              <a:schemeClr val="tx1"/>
            </a:solidFill>
          </a:endParaRPr>
        </a:p>
        <a:p>
          <a:r>
            <a:rPr lang="en-ZA" sz="1200" b="1" dirty="0">
              <a:solidFill>
                <a:schemeClr val="tx1"/>
              </a:solidFill>
            </a:rPr>
            <a:t>ANGER</a:t>
          </a:r>
        </a:p>
        <a:p>
          <a:r>
            <a:rPr lang="en-ZA" sz="1200" b="1" dirty="0">
              <a:solidFill>
                <a:schemeClr val="tx1"/>
              </a:solidFill>
            </a:rPr>
            <a:t>Identity</a:t>
          </a:r>
        </a:p>
      </dgm:t>
    </dgm:pt>
    <dgm:pt modelId="{96852C19-E11D-4434-AF0A-AFABBBA305D4}" type="parTrans" cxnId="{BD9AED66-B642-4345-A16B-CAA550C88FF0}">
      <dgm:prSet/>
      <dgm:spPr/>
      <dgm:t>
        <a:bodyPr/>
        <a:lstStyle/>
        <a:p>
          <a:endParaRPr lang="en-ZA"/>
        </a:p>
      </dgm:t>
    </dgm:pt>
    <dgm:pt modelId="{3696FF1C-C932-4006-884B-FE4C26378B61}" type="sibTrans" cxnId="{BD9AED66-B642-4345-A16B-CAA550C88FF0}">
      <dgm:prSet/>
      <dgm:spPr/>
      <dgm:t>
        <a:bodyPr/>
        <a:lstStyle/>
        <a:p>
          <a:endParaRPr lang="en-ZA"/>
        </a:p>
      </dgm:t>
    </dgm:pt>
    <dgm:pt modelId="{3011BC3D-1A75-4DEC-BFEE-0109B35C5BEE}">
      <dgm:prSet phldrT="[Text]" phldr="0" custT="1"/>
      <dgm:spPr>
        <a:solidFill>
          <a:srgbClr val="FFC000"/>
        </a:solidFill>
      </dgm:spPr>
      <dgm:t>
        <a:bodyPr/>
        <a:lstStyle/>
        <a:p>
          <a:r>
            <a:rPr lang="en-ZA" sz="1400" b="1" dirty="0">
              <a:solidFill>
                <a:schemeClr val="tx1"/>
              </a:solidFill>
            </a:rPr>
            <a:t>SADNESS, Connection</a:t>
          </a:r>
        </a:p>
      </dgm:t>
    </dgm:pt>
    <dgm:pt modelId="{81990419-FE4C-47CE-A684-0A11BFF10109}" type="parTrans" cxnId="{7CB0CF83-88F5-4B1B-A449-7CB6AE9C1009}">
      <dgm:prSet/>
      <dgm:spPr/>
      <dgm:t>
        <a:bodyPr/>
        <a:lstStyle/>
        <a:p>
          <a:endParaRPr lang="en-ZA"/>
        </a:p>
      </dgm:t>
    </dgm:pt>
    <dgm:pt modelId="{F5911660-23A8-458B-9610-3454AAC5D393}" type="sibTrans" cxnId="{7CB0CF83-88F5-4B1B-A449-7CB6AE9C1009}">
      <dgm:prSet/>
      <dgm:spPr/>
      <dgm:t>
        <a:bodyPr/>
        <a:lstStyle/>
        <a:p>
          <a:endParaRPr lang="en-ZA"/>
        </a:p>
      </dgm:t>
    </dgm:pt>
    <dgm:pt modelId="{651A5AD9-F038-478B-A7A1-77CFC655D249}">
      <dgm:prSet phldrT="[Text]" phldr="0" custT="1"/>
      <dgm:spPr>
        <a:solidFill>
          <a:srgbClr val="FF0000"/>
        </a:solidFill>
      </dgm:spPr>
      <dgm:t>
        <a:bodyPr/>
        <a:lstStyle/>
        <a:p>
          <a:r>
            <a:rPr lang="en-ZA" sz="1400" b="1" dirty="0">
              <a:solidFill>
                <a:schemeClr val="tx1"/>
              </a:solidFill>
            </a:rPr>
            <a:t>FEAR / Security </a:t>
          </a:r>
        </a:p>
      </dgm:t>
    </dgm:pt>
    <dgm:pt modelId="{76BC8D29-17DE-4FC5-91AD-042A80570E3E}" type="sibTrans" cxnId="{FD993FD7-CB4E-4B23-8454-9082430559C2}">
      <dgm:prSet/>
      <dgm:spPr/>
      <dgm:t>
        <a:bodyPr/>
        <a:lstStyle/>
        <a:p>
          <a:endParaRPr lang="en-ZA"/>
        </a:p>
      </dgm:t>
    </dgm:pt>
    <dgm:pt modelId="{74F07835-0277-468D-9A07-0760F5373065}" type="parTrans" cxnId="{FD993FD7-CB4E-4B23-8454-9082430559C2}">
      <dgm:prSet/>
      <dgm:spPr/>
      <dgm:t>
        <a:bodyPr/>
        <a:lstStyle/>
        <a:p>
          <a:endParaRPr lang="en-ZA"/>
        </a:p>
      </dgm:t>
    </dgm:pt>
    <dgm:pt modelId="{79A83D78-B440-413D-A0D1-631D94475121}" type="pres">
      <dgm:prSet presAssocID="{0753DB99-E093-4FB4-B0A2-1053F93C6C17}" presName="Name0" presStyleCnt="0">
        <dgm:presLayoutVars>
          <dgm:dir/>
          <dgm:animLvl val="lvl"/>
          <dgm:resizeHandles val="exact"/>
        </dgm:presLayoutVars>
      </dgm:prSet>
      <dgm:spPr/>
    </dgm:pt>
    <dgm:pt modelId="{B9D23E66-FEAD-44FE-B431-9D2E911049C0}" type="pres">
      <dgm:prSet presAssocID="{10A10244-3EA7-42B3-AF46-D0974A9C327D}" presName="Name8" presStyleCnt="0"/>
      <dgm:spPr/>
    </dgm:pt>
    <dgm:pt modelId="{6C8DE8B4-69E1-4A33-A1A2-24F7BEFC243F}" type="pres">
      <dgm:prSet presAssocID="{10A10244-3EA7-42B3-AF46-D0974A9C327D}" presName="level" presStyleLbl="node1" presStyleIdx="0" presStyleCnt="3" custLinFactNeighborY="-836">
        <dgm:presLayoutVars>
          <dgm:chMax val="1"/>
          <dgm:bulletEnabled val="1"/>
        </dgm:presLayoutVars>
      </dgm:prSet>
      <dgm:spPr/>
    </dgm:pt>
    <dgm:pt modelId="{3EC475E5-CF18-4EFC-98EE-5E312C087099}" type="pres">
      <dgm:prSet presAssocID="{10A10244-3EA7-42B3-AF46-D0974A9C327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042C454-1BD4-4832-9411-065030410FA4}" type="pres">
      <dgm:prSet presAssocID="{3011BC3D-1A75-4DEC-BFEE-0109B35C5BEE}" presName="Name8" presStyleCnt="0"/>
      <dgm:spPr/>
    </dgm:pt>
    <dgm:pt modelId="{7CE84AA7-F181-4F70-B0DC-489164004A86}" type="pres">
      <dgm:prSet presAssocID="{3011BC3D-1A75-4DEC-BFEE-0109B35C5BEE}" presName="level" presStyleLbl="node1" presStyleIdx="1" presStyleCnt="3">
        <dgm:presLayoutVars>
          <dgm:chMax val="1"/>
          <dgm:bulletEnabled val="1"/>
        </dgm:presLayoutVars>
      </dgm:prSet>
      <dgm:spPr/>
    </dgm:pt>
    <dgm:pt modelId="{69CE6932-D5AE-4EEB-AA07-B72ACC9863D1}" type="pres">
      <dgm:prSet presAssocID="{3011BC3D-1A75-4DEC-BFEE-0109B35C5BE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0829450-D962-4ABC-8B74-BF4FB42EA5FD}" type="pres">
      <dgm:prSet presAssocID="{651A5AD9-F038-478B-A7A1-77CFC655D249}" presName="Name8" presStyleCnt="0"/>
      <dgm:spPr/>
    </dgm:pt>
    <dgm:pt modelId="{274FD7E4-143C-41D0-B58D-DB2203F90C93}" type="pres">
      <dgm:prSet presAssocID="{651A5AD9-F038-478B-A7A1-77CFC655D249}" presName="level" presStyleLbl="node1" presStyleIdx="2" presStyleCnt="3" custLinFactNeighborX="0">
        <dgm:presLayoutVars>
          <dgm:chMax val="1"/>
          <dgm:bulletEnabled val="1"/>
        </dgm:presLayoutVars>
      </dgm:prSet>
      <dgm:spPr/>
    </dgm:pt>
    <dgm:pt modelId="{03C43A2A-4D67-4F37-BCD6-44CBFA6D1B54}" type="pres">
      <dgm:prSet presAssocID="{651A5AD9-F038-478B-A7A1-77CFC655D249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0487736-AC0D-4C87-8748-1C51C8B1AE1D}" type="presOf" srcId="{10A10244-3EA7-42B3-AF46-D0974A9C327D}" destId="{3EC475E5-CF18-4EFC-98EE-5E312C087099}" srcOrd="1" destOrd="0" presId="urn:microsoft.com/office/officeart/2005/8/layout/pyramid1"/>
    <dgm:cxn modelId="{E045213D-3DF9-4A20-BB9B-151B807346E2}" type="presOf" srcId="{3011BC3D-1A75-4DEC-BFEE-0109B35C5BEE}" destId="{69CE6932-D5AE-4EEB-AA07-B72ACC9863D1}" srcOrd="1" destOrd="0" presId="urn:microsoft.com/office/officeart/2005/8/layout/pyramid1"/>
    <dgm:cxn modelId="{5C2C5061-512F-4201-9BF6-E660F263121B}" type="presOf" srcId="{651A5AD9-F038-478B-A7A1-77CFC655D249}" destId="{274FD7E4-143C-41D0-B58D-DB2203F90C93}" srcOrd="0" destOrd="0" presId="urn:microsoft.com/office/officeart/2005/8/layout/pyramid1"/>
    <dgm:cxn modelId="{BD9AED66-B642-4345-A16B-CAA550C88FF0}" srcId="{0753DB99-E093-4FB4-B0A2-1053F93C6C17}" destId="{10A10244-3EA7-42B3-AF46-D0974A9C327D}" srcOrd="0" destOrd="0" parTransId="{96852C19-E11D-4434-AF0A-AFABBBA305D4}" sibTransId="{3696FF1C-C932-4006-884B-FE4C26378B61}"/>
    <dgm:cxn modelId="{70701D6D-E1C2-461B-940B-F176BA266486}" type="presOf" srcId="{0753DB99-E093-4FB4-B0A2-1053F93C6C17}" destId="{79A83D78-B440-413D-A0D1-631D94475121}" srcOrd="0" destOrd="0" presId="urn:microsoft.com/office/officeart/2005/8/layout/pyramid1"/>
    <dgm:cxn modelId="{BC15157A-04F6-440D-BBFC-B8EFB5910BB1}" type="presOf" srcId="{10A10244-3EA7-42B3-AF46-D0974A9C327D}" destId="{6C8DE8B4-69E1-4A33-A1A2-24F7BEFC243F}" srcOrd="0" destOrd="0" presId="urn:microsoft.com/office/officeart/2005/8/layout/pyramid1"/>
    <dgm:cxn modelId="{7CB0CF83-88F5-4B1B-A449-7CB6AE9C1009}" srcId="{0753DB99-E093-4FB4-B0A2-1053F93C6C17}" destId="{3011BC3D-1A75-4DEC-BFEE-0109B35C5BEE}" srcOrd="1" destOrd="0" parTransId="{81990419-FE4C-47CE-A684-0A11BFF10109}" sibTransId="{F5911660-23A8-458B-9610-3454AAC5D393}"/>
    <dgm:cxn modelId="{BC36F0A6-1269-4C7A-A344-69793F46A604}" type="presOf" srcId="{651A5AD9-F038-478B-A7A1-77CFC655D249}" destId="{03C43A2A-4D67-4F37-BCD6-44CBFA6D1B54}" srcOrd="1" destOrd="0" presId="urn:microsoft.com/office/officeart/2005/8/layout/pyramid1"/>
    <dgm:cxn modelId="{FD993FD7-CB4E-4B23-8454-9082430559C2}" srcId="{0753DB99-E093-4FB4-B0A2-1053F93C6C17}" destId="{651A5AD9-F038-478B-A7A1-77CFC655D249}" srcOrd="2" destOrd="0" parTransId="{74F07835-0277-468D-9A07-0760F5373065}" sibTransId="{76BC8D29-17DE-4FC5-91AD-042A80570E3E}"/>
    <dgm:cxn modelId="{5E5CC9F5-CAFF-477F-B02C-059018877EE0}" type="presOf" srcId="{3011BC3D-1A75-4DEC-BFEE-0109B35C5BEE}" destId="{7CE84AA7-F181-4F70-B0DC-489164004A86}" srcOrd="0" destOrd="0" presId="urn:microsoft.com/office/officeart/2005/8/layout/pyramid1"/>
    <dgm:cxn modelId="{418B26D1-CB08-4260-BD51-592E95BC8AEB}" type="presParOf" srcId="{79A83D78-B440-413D-A0D1-631D94475121}" destId="{B9D23E66-FEAD-44FE-B431-9D2E911049C0}" srcOrd="0" destOrd="0" presId="urn:microsoft.com/office/officeart/2005/8/layout/pyramid1"/>
    <dgm:cxn modelId="{856F0F12-4D6B-41AA-8665-3957DB809FB9}" type="presParOf" srcId="{B9D23E66-FEAD-44FE-B431-9D2E911049C0}" destId="{6C8DE8B4-69E1-4A33-A1A2-24F7BEFC243F}" srcOrd="0" destOrd="0" presId="urn:microsoft.com/office/officeart/2005/8/layout/pyramid1"/>
    <dgm:cxn modelId="{CDA9607F-2D61-488E-B1E7-56A178D4EF82}" type="presParOf" srcId="{B9D23E66-FEAD-44FE-B431-9D2E911049C0}" destId="{3EC475E5-CF18-4EFC-98EE-5E312C087099}" srcOrd="1" destOrd="0" presId="urn:microsoft.com/office/officeart/2005/8/layout/pyramid1"/>
    <dgm:cxn modelId="{45C0D108-FAE2-4B67-B53E-2DE3C1F63E73}" type="presParOf" srcId="{79A83D78-B440-413D-A0D1-631D94475121}" destId="{F042C454-1BD4-4832-9411-065030410FA4}" srcOrd="1" destOrd="0" presId="urn:microsoft.com/office/officeart/2005/8/layout/pyramid1"/>
    <dgm:cxn modelId="{9336C544-8111-4E17-9B90-7D15583251B7}" type="presParOf" srcId="{F042C454-1BD4-4832-9411-065030410FA4}" destId="{7CE84AA7-F181-4F70-B0DC-489164004A86}" srcOrd="0" destOrd="0" presId="urn:microsoft.com/office/officeart/2005/8/layout/pyramid1"/>
    <dgm:cxn modelId="{A83B33F6-33EA-4108-B786-DF3B0DAFAE9E}" type="presParOf" srcId="{F042C454-1BD4-4832-9411-065030410FA4}" destId="{69CE6932-D5AE-4EEB-AA07-B72ACC9863D1}" srcOrd="1" destOrd="0" presId="urn:microsoft.com/office/officeart/2005/8/layout/pyramid1"/>
    <dgm:cxn modelId="{AC5469B7-5D22-4B84-ADA4-89B6126DA12A}" type="presParOf" srcId="{79A83D78-B440-413D-A0D1-631D94475121}" destId="{40829450-D962-4ABC-8B74-BF4FB42EA5FD}" srcOrd="2" destOrd="0" presId="urn:microsoft.com/office/officeart/2005/8/layout/pyramid1"/>
    <dgm:cxn modelId="{A9456D3D-832B-4BCA-93B5-B01AE242BC91}" type="presParOf" srcId="{40829450-D962-4ABC-8B74-BF4FB42EA5FD}" destId="{274FD7E4-143C-41D0-B58D-DB2203F90C93}" srcOrd="0" destOrd="0" presId="urn:microsoft.com/office/officeart/2005/8/layout/pyramid1"/>
    <dgm:cxn modelId="{E46D5D64-5CB5-4870-8C74-3F670F372FC5}" type="presParOf" srcId="{40829450-D962-4ABC-8B74-BF4FB42EA5FD}" destId="{03C43A2A-4D67-4F37-BCD6-44CBFA6D1B54}" srcOrd="1" destOrd="0" presId="urn:microsoft.com/office/officeart/2005/8/layout/pyramid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9EF01E-50F1-4B02-BF2C-129A45E74738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EA2FD30E-F8D6-4830-AA8D-8EA17B74C7F0}">
      <dgm:prSet phldrT="[Text]" phldr="0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ZA" sz="1400" b="1" dirty="0">
              <a:solidFill>
                <a:schemeClr val="bg1"/>
              </a:solidFill>
            </a:rPr>
            <a:t>LOVE, Divinity</a:t>
          </a:r>
        </a:p>
      </dgm:t>
    </dgm:pt>
    <dgm:pt modelId="{176920B8-7177-4345-B74D-76E892D7D797}" type="parTrans" cxnId="{53C17C1C-ACC1-49B6-BF26-26E46DE7AE2A}">
      <dgm:prSet/>
      <dgm:spPr/>
      <dgm:t>
        <a:bodyPr/>
        <a:lstStyle/>
        <a:p>
          <a:endParaRPr lang="en-ZA"/>
        </a:p>
      </dgm:t>
    </dgm:pt>
    <dgm:pt modelId="{5811F09E-8926-43B4-A1A3-3B4C8D28D0D7}" type="sibTrans" cxnId="{53C17C1C-ACC1-49B6-BF26-26E46DE7AE2A}">
      <dgm:prSet/>
      <dgm:spPr/>
      <dgm:t>
        <a:bodyPr/>
        <a:lstStyle/>
        <a:p>
          <a:endParaRPr lang="en-ZA"/>
        </a:p>
      </dgm:t>
    </dgm:pt>
    <dgm:pt modelId="{2BC86992-1870-4C0A-8D5B-7DAF1D12AB28}">
      <dgm:prSet phldrT="[Text]" phldr="0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ZA" sz="1400" b="1" dirty="0">
              <a:solidFill>
                <a:schemeClr val="bg1"/>
              </a:solidFill>
            </a:rPr>
            <a:t>PEACE, Harmony</a:t>
          </a:r>
        </a:p>
      </dgm:t>
    </dgm:pt>
    <dgm:pt modelId="{D75DC635-CF28-4D9B-A85F-7705E37E75C6}" type="parTrans" cxnId="{2FA90F32-05E3-4E3C-B655-6B0E47AE7103}">
      <dgm:prSet/>
      <dgm:spPr/>
      <dgm:t>
        <a:bodyPr/>
        <a:lstStyle/>
        <a:p>
          <a:endParaRPr lang="en-ZA"/>
        </a:p>
      </dgm:t>
    </dgm:pt>
    <dgm:pt modelId="{F3EA74AE-011F-4BC7-96F7-9B93EB440D38}" type="sibTrans" cxnId="{2FA90F32-05E3-4E3C-B655-6B0E47AE7103}">
      <dgm:prSet/>
      <dgm:spPr/>
      <dgm:t>
        <a:bodyPr/>
        <a:lstStyle/>
        <a:p>
          <a:endParaRPr lang="en-ZA"/>
        </a:p>
      </dgm:t>
    </dgm:pt>
    <dgm:pt modelId="{FBCCD7A6-A690-4275-A481-4D706E0AE76E}">
      <dgm:prSet phldrT="[Text]" custT="1"/>
      <dgm:spPr>
        <a:solidFill>
          <a:srgbClr val="7030A0"/>
        </a:solidFill>
      </dgm:spPr>
      <dgm:t>
        <a:bodyPr/>
        <a:lstStyle/>
        <a:p>
          <a:endParaRPr lang="en-ZA" sz="1400" dirty="0"/>
        </a:p>
      </dgm:t>
    </dgm:pt>
    <dgm:pt modelId="{13FC406C-9004-4830-B6FB-6B44B5520092}" type="parTrans" cxnId="{6ADBCFBC-A8AF-4CF9-BA27-23E4E807AA56}">
      <dgm:prSet/>
      <dgm:spPr/>
      <dgm:t>
        <a:bodyPr/>
        <a:lstStyle/>
        <a:p>
          <a:endParaRPr lang="en-ZA"/>
        </a:p>
      </dgm:t>
    </dgm:pt>
    <dgm:pt modelId="{1DF95563-DB6E-4F9A-8571-5179976A0B6E}" type="sibTrans" cxnId="{6ADBCFBC-A8AF-4CF9-BA27-23E4E807AA56}">
      <dgm:prSet/>
      <dgm:spPr/>
      <dgm:t>
        <a:bodyPr/>
        <a:lstStyle/>
        <a:p>
          <a:endParaRPr lang="en-ZA"/>
        </a:p>
      </dgm:t>
    </dgm:pt>
    <dgm:pt modelId="{169F1F32-1C4A-42AF-835F-15D425280B81}" type="pres">
      <dgm:prSet presAssocID="{869EF01E-50F1-4B02-BF2C-129A45E74738}" presName="Name0" presStyleCnt="0">
        <dgm:presLayoutVars>
          <dgm:dir/>
          <dgm:animLvl val="lvl"/>
          <dgm:resizeHandles val="exact"/>
        </dgm:presLayoutVars>
      </dgm:prSet>
      <dgm:spPr/>
    </dgm:pt>
    <dgm:pt modelId="{51AF4CC0-1A9A-407E-893D-B9DD35716FC6}" type="pres">
      <dgm:prSet presAssocID="{EA2FD30E-F8D6-4830-AA8D-8EA17B74C7F0}" presName="Name8" presStyleCnt="0"/>
      <dgm:spPr/>
    </dgm:pt>
    <dgm:pt modelId="{D5A01EB7-579F-41CE-9C5B-730D0AE41C5C}" type="pres">
      <dgm:prSet presAssocID="{EA2FD30E-F8D6-4830-AA8D-8EA17B74C7F0}" presName="level" presStyleLbl="node1" presStyleIdx="0" presStyleCnt="3" custLinFactNeighborX="-28692" custLinFactNeighborY="-1038">
        <dgm:presLayoutVars>
          <dgm:chMax val="1"/>
          <dgm:bulletEnabled val="1"/>
        </dgm:presLayoutVars>
      </dgm:prSet>
      <dgm:spPr/>
    </dgm:pt>
    <dgm:pt modelId="{182F49B4-6EC4-4D30-B920-227F2F9A0C70}" type="pres">
      <dgm:prSet presAssocID="{EA2FD30E-F8D6-4830-AA8D-8EA17B74C7F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00605A6-249F-4EF3-8F09-D6266E1B5183}" type="pres">
      <dgm:prSet presAssocID="{2BC86992-1870-4C0A-8D5B-7DAF1D12AB28}" presName="Name8" presStyleCnt="0"/>
      <dgm:spPr/>
    </dgm:pt>
    <dgm:pt modelId="{8E324568-5E7A-452C-B09D-B40ADDA37F5B}" type="pres">
      <dgm:prSet presAssocID="{2BC86992-1870-4C0A-8D5B-7DAF1D12AB28}" presName="level" presStyleLbl="node1" presStyleIdx="1" presStyleCnt="3">
        <dgm:presLayoutVars>
          <dgm:chMax val="1"/>
          <dgm:bulletEnabled val="1"/>
        </dgm:presLayoutVars>
      </dgm:prSet>
      <dgm:spPr/>
    </dgm:pt>
    <dgm:pt modelId="{ED3C41BD-6744-4CC7-99AC-CE59F4A2F3BF}" type="pres">
      <dgm:prSet presAssocID="{2BC86992-1870-4C0A-8D5B-7DAF1D12AB2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F562980-B040-4C44-BE68-0869E918554D}" type="pres">
      <dgm:prSet presAssocID="{FBCCD7A6-A690-4275-A481-4D706E0AE76E}" presName="Name8" presStyleCnt="0"/>
      <dgm:spPr/>
    </dgm:pt>
    <dgm:pt modelId="{BF4D9919-CE67-4AAD-B254-ADF2EA99ABDE}" type="pres">
      <dgm:prSet presAssocID="{FBCCD7A6-A690-4275-A481-4D706E0AE76E}" presName="level" presStyleLbl="node1" presStyleIdx="2" presStyleCnt="3">
        <dgm:presLayoutVars>
          <dgm:chMax val="1"/>
          <dgm:bulletEnabled val="1"/>
        </dgm:presLayoutVars>
      </dgm:prSet>
      <dgm:spPr/>
    </dgm:pt>
    <dgm:pt modelId="{D51F0ED9-3490-4AE4-A636-1908B35FD6EC}" type="pres">
      <dgm:prSet presAssocID="{FBCCD7A6-A690-4275-A481-4D706E0AE76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53C17C1C-ACC1-49B6-BF26-26E46DE7AE2A}" srcId="{869EF01E-50F1-4B02-BF2C-129A45E74738}" destId="{EA2FD30E-F8D6-4830-AA8D-8EA17B74C7F0}" srcOrd="0" destOrd="0" parTransId="{176920B8-7177-4345-B74D-76E892D7D797}" sibTransId="{5811F09E-8926-43B4-A1A3-3B4C8D28D0D7}"/>
    <dgm:cxn modelId="{F5D3F31F-6980-4DD1-807A-2619A23E3040}" type="presOf" srcId="{869EF01E-50F1-4B02-BF2C-129A45E74738}" destId="{169F1F32-1C4A-42AF-835F-15D425280B81}" srcOrd="0" destOrd="0" presId="urn:microsoft.com/office/officeart/2005/8/layout/pyramid3"/>
    <dgm:cxn modelId="{80FCE325-1356-461E-9645-9CA5FA7D8AC7}" type="presOf" srcId="{FBCCD7A6-A690-4275-A481-4D706E0AE76E}" destId="{BF4D9919-CE67-4AAD-B254-ADF2EA99ABDE}" srcOrd="0" destOrd="0" presId="urn:microsoft.com/office/officeart/2005/8/layout/pyramid3"/>
    <dgm:cxn modelId="{2FA90F32-05E3-4E3C-B655-6B0E47AE7103}" srcId="{869EF01E-50F1-4B02-BF2C-129A45E74738}" destId="{2BC86992-1870-4C0A-8D5B-7DAF1D12AB28}" srcOrd="1" destOrd="0" parTransId="{D75DC635-CF28-4D9B-A85F-7705E37E75C6}" sibTransId="{F3EA74AE-011F-4BC7-96F7-9B93EB440D38}"/>
    <dgm:cxn modelId="{20C8424A-9AB9-444F-AA32-C48AA83FB9FE}" type="presOf" srcId="{FBCCD7A6-A690-4275-A481-4D706E0AE76E}" destId="{D51F0ED9-3490-4AE4-A636-1908B35FD6EC}" srcOrd="1" destOrd="0" presId="urn:microsoft.com/office/officeart/2005/8/layout/pyramid3"/>
    <dgm:cxn modelId="{8AF32C6C-19FC-41FE-BDEF-8FAD3BB17F7E}" type="presOf" srcId="{2BC86992-1870-4C0A-8D5B-7DAF1D12AB28}" destId="{8E324568-5E7A-452C-B09D-B40ADDA37F5B}" srcOrd="0" destOrd="0" presId="urn:microsoft.com/office/officeart/2005/8/layout/pyramid3"/>
    <dgm:cxn modelId="{6ADBCFBC-A8AF-4CF9-BA27-23E4E807AA56}" srcId="{869EF01E-50F1-4B02-BF2C-129A45E74738}" destId="{FBCCD7A6-A690-4275-A481-4D706E0AE76E}" srcOrd="2" destOrd="0" parTransId="{13FC406C-9004-4830-B6FB-6B44B5520092}" sibTransId="{1DF95563-DB6E-4F9A-8571-5179976A0B6E}"/>
    <dgm:cxn modelId="{0E6198D1-F0C1-46CD-80F5-92C157CCFBD7}" type="presOf" srcId="{2BC86992-1870-4C0A-8D5B-7DAF1D12AB28}" destId="{ED3C41BD-6744-4CC7-99AC-CE59F4A2F3BF}" srcOrd="1" destOrd="0" presId="urn:microsoft.com/office/officeart/2005/8/layout/pyramid3"/>
    <dgm:cxn modelId="{8E403BD2-8180-486D-9743-79B3BBEC3B49}" type="presOf" srcId="{EA2FD30E-F8D6-4830-AA8D-8EA17B74C7F0}" destId="{182F49B4-6EC4-4D30-B920-227F2F9A0C70}" srcOrd="1" destOrd="0" presId="urn:microsoft.com/office/officeart/2005/8/layout/pyramid3"/>
    <dgm:cxn modelId="{5E476AF1-EFEB-401E-8D3E-F9674D4683B8}" type="presOf" srcId="{EA2FD30E-F8D6-4830-AA8D-8EA17B74C7F0}" destId="{D5A01EB7-579F-41CE-9C5B-730D0AE41C5C}" srcOrd="0" destOrd="0" presId="urn:microsoft.com/office/officeart/2005/8/layout/pyramid3"/>
    <dgm:cxn modelId="{B9CB50E2-BCAC-4A16-940F-414E87BC78DC}" type="presParOf" srcId="{169F1F32-1C4A-42AF-835F-15D425280B81}" destId="{51AF4CC0-1A9A-407E-893D-B9DD35716FC6}" srcOrd="0" destOrd="0" presId="urn:microsoft.com/office/officeart/2005/8/layout/pyramid3"/>
    <dgm:cxn modelId="{7BD33BD6-1C43-4214-BA91-0B4D31D7BD1F}" type="presParOf" srcId="{51AF4CC0-1A9A-407E-893D-B9DD35716FC6}" destId="{D5A01EB7-579F-41CE-9C5B-730D0AE41C5C}" srcOrd="0" destOrd="0" presId="urn:microsoft.com/office/officeart/2005/8/layout/pyramid3"/>
    <dgm:cxn modelId="{541832AA-39C3-4703-8490-29DE6B88D4D7}" type="presParOf" srcId="{51AF4CC0-1A9A-407E-893D-B9DD35716FC6}" destId="{182F49B4-6EC4-4D30-B920-227F2F9A0C70}" srcOrd="1" destOrd="0" presId="urn:microsoft.com/office/officeart/2005/8/layout/pyramid3"/>
    <dgm:cxn modelId="{8D966E45-D001-468D-8638-49C82436ABF3}" type="presParOf" srcId="{169F1F32-1C4A-42AF-835F-15D425280B81}" destId="{500605A6-249F-4EF3-8F09-D6266E1B5183}" srcOrd="1" destOrd="0" presId="urn:microsoft.com/office/officeart/2005/8/layout/pyramid3"/>
    <dgm:cxn modelId="{34CD5926-F2F8-41D6-91CD-9F487ACFC250}" type="presParOf" srcId="{500605A6-249F-4EF3-8F09-D6266E1B5183}" destId="{8E324568-5E7A-452C-B09D-B40ADDA37F5B}" srcOrd="0" destOrd="0" presId="urn:microsoft.com/office/officeart/2005/8/layout/pyramid3"/>
    <dgm:cxn modelId="{ACCAA6F5-C9E0-4D57-9EFB-3B03AD982ADF}" type="presParOf" srcId="{500605A6-249F-4EF3-8F09-D6266E1B5183}" destId="{ED3C41BD-6744-4CC7-99AC-CE59F4A2F3BF}" srcOrd="1" destOrd="0" presId="urn:microsoft.com/office/officeart/2005/8/layout/pyramid3"/>
    <dgm:cxn modelId="{07964CD9-D4D0-4A0B-9698-EE3057DE4FB7}" type="presParOf" srcId="{169F1F32-1C4A-42AF-835F-15D425280B81}" destId="{FF562980-B040-4C44-BE68-0869E918554D}" srcOrd="2" destOrd="0" presId="urn:microsoft.com/office/officeart/2005/8/layout/pyramid3"/>
    <dgm:cxn modelId="{9839CEE7-A592-4500-AC40-BC117C4AA8E5}" type="presParOf" srcId="{FF562980-B040-4C44-BE68-0869E918554D}" destId="{BF4D9919-CE67-4AAD-B254-ADF2EA99ABDE}" srcOrd="0" destOrd="0" presId="urn:microsoft.com/office/officeart/2005/8/layout/pyramid3"/>
    <dgm:cxn modelId="{AD4FB415-0820-4E18-AD5C-C7C7AE0706AF}" type="presParOf" srcId="{FF562980-B040-4C44-BE68-0869E918554D}" destId="{D51F0ED9-3490-4AE4-A636-1908B35FD6EC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DE8B4-69E1-4A33-A1A2-24F7BEFC243F}">
      <dsp:nvSpPr>
        <dsp:cNvPr id="0" name=""/>
        <dsp:cNvSpPr/>
      </dsp:nvSpPr>
      <dsp:spPr>
        <a:xfrm>
          <a:off x="1743587" y="0"/>
          <a:ext cx="1743587" cy="798148"/>
        </a:xfrm>
        <a:prstGeom prst="trapezoid">
          <a:avLst>
            <a:gd name="adj" fmla="val 109227"/>
          </a:avLst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200" b="1" kern="1200" dirty="0">
            <a:solidFill>
              <a:schemeClr val="tx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>
              <a:solidFill>
                <a:schemeClr val="tx1"/>
              </a:solidFill>
            </a:rPr>
            <a:t>ANGER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>
              <a:solidFill>
                <a:schemeClr val="tx1"/>
              </a:solidFill>
            </a:rPr>
            <a:t>Identity</a:t>
          </a:r>
        </a:p>
      </dsp:txBody>
      <dsp:txXfrm>
        <a:off x="1743587" y="0"/>
        <a:ext cx="1743587" cy="798148"/>
      </dsp:txXfrm>
    </dsp:sp>
    <dsp:sp modelId="{7CE84AA7-F181-4F70-B0DC-489164004A86}">
      <dsp:nvSpPr>
        <dsp:cNvPr id="0" name=""/>
        <dsp:cNvSpPr/>
      </dsp:nvSpPr>
      <dsp:spPr>
        <a:xfrm>
          <a:off x="871793" y="798149"/>
          <a:ext cx="3487174" cy="798148"/>
        </a:xfrm>
        <a:prstGeom prst="trapezoid">
          <a:avLst>
            <a:gd name="adj" fmla="val 109227"/>
          </a:avLst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1" kern="1200" dirty="0">
              <a:solidFill>
                <a:schemeClr val="tx1"/>
              </a:solidFill>
            </a:rPr>
            <a:t>SADNESS, Connection</a:t>
          </a:r>
        </a:p>
      </dsp:txBody>
      <dsp:txXfrm>
        <a:off x="1482048" y="798149"/>
        <a:ext cx="2266663" cy="798148"/>
      </dsp:txXfrm>
    </dsp:sp>
    <dsp:sp modelId="{274FD7E4-143C-41D0-B58D-DB2203F90C93}">
      <dsp:nvSpPr>
        <dsp:cNvPr id="0" name=""/>
        <dsp:cNvSpPr/>
      </dsp:nvSpPr>
      <dsp:spPr>
        <a:xfrm>
          <a:off x="0" y="1596298"/>
          <a:ext cx="5230760" cy="798148"/>
        </a:xfrm>
        <a:prstGeom prst="trapezoid">
          <a:avLst>
            <a:gd name="adj" fmla="val 109227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1" kern="1200" dirty="0">
              <a:solidFill>
                <a:schemeClr val="tx1"/>
              </a:solidFill>
            </a:rPr>
            <a:t>FEAR / Security </a:t>
          </a:r>
        </a:p>
      </dsp:txBody>
      <dsp:txXfrm>
        <a:off x="915383" y="1596298"/>
        <a:ext cx="3399994" cy="798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01EB7-579F-41CE-9C5B-730D0AE41C5C}">
      <dsp:nvSpPr>
        <dsp:cNvPr id="0" name=""/>
        <dsp:cNvSpPr/>
      </dsp:nvSpPr>
      <dsp:spPr>
        <a:xfrm rot="10800000">
          <a:off x="0" y="0"/>
          <a:ext cx="5230760" cy="846571"/>
        </a:xfrm>
        <a:prstGeom prst="trapezoid">
          <a:avLst>
            <a:gd name="adj" fmla="val 102979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1" kern="1200" dirty="0">
              <a:solidFill>
                <a:schemeClr val="bg1"/>
              </a:solidFill>
            </a:rPr>
            <a:t>LOVE, Divinity</a:t>
          </a:r>
        </a:p>
      </dsp:txBody>
      <dsp:txXfrm rot="-10800000">
        <a:off x="915383" y="0"/>
        <a:ext cx="3399994" cy="846571"/>
      </dsp:txXfrm>
    </dsp:sp>
    <dsp:sp modelId="{8E324568-5E7A-452C-B09D-B40ADDA37F5B}">
      <dsp:nvSpPr>
        <dsp:cNvPr id="0" name=""/>
        <dsp:cNvSpPr/>
      </dsp:nvSpPr>
      <dsp:spPr>
        <a:xfrm rot="10800000">
          <a:off x="871793" y="846571"/>
          <a:ext cx="3487174" cy="846571"/>
        </a:xfrm>
        <a:prstGeom prst="trapezoid">
          <a:avLst>
            <a:gd name="adj" fmla="val 102979"/>
          </a:avLst>
        </a:prstGeom>
        <a:solidFill>
          <a:schemeClr val="accent5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1" kern="1200" dirty="0">
              <a:solidFill>
                <a:schemeClr val="bg1"/>
              </a:solidFill>
            </a:rPr>
            <a:t>PEACE, Harmony</a:t>
          </a:r>
        </a:p>
      </dsp:txBody>
      <dsp:txXfrm rot="-10800000">
        <a:off x="1482048" y="846571"/>
        <a:ext cx="2266663" cy="846571"/>
      </dsp:txXfrm>
    </dsp:sp>
    <dsp:sp modelId="{BF4D9919-CE67-4AAD-B254-ADF2EA99ABDE}">
      <dsp:nvSpPr>
        <dsp:cNvPr id="0" name=""/>
        <dsp:cNvSpPr/>
      </dsp:nvSpPr>
      <dsp:spPr>
        <a:xfrm rot="10800000">
          <a:off x="1743587" y="1693143"/>
          <a:ext cx="1743587" cy="846571"/>
        </a:xfrm>
        <a:prstGeom prst="trapezoid">
          <a:avLst>
            <a:gd name="adj" fmla="val 102979"/>
          </a:avLst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 dirty="0"/>
        </a:p>
      </dsp:txBody>
      <dsp:txXfrm rot="-10800000">
        <a:off x="1743587" y="1693143"/>
        <a:ext cx="1743587" cy="8465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A8394-BA8A-43E2-B67E-532A1DD879F5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33859-F011-4B92-87D1-A784696907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2472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33859-F011-4B92-87D1-A78469690755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29956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86F68-9493-B88A-01EA-5D4C32007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134F8-3FC3-38A7-1938-8D376F15D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6D6C9-7907-F962-1D35-2E58B07C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AAD7C-7E36-ECF7-EF6E-974029F7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5C4DC-A7D6-F030-BB2E-2EF4726E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1625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AD6B3-8536-62F9-8B5A-6585031F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8AF02-201F-EE3C-823E-215EA3842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735DC-91A0-32AA-2E61-5C1B5753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5DA3B-6A2F-5055-2C33-2430275F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DFCD-C63D-39BB-7C9D-2DDE23ACE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7564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94FB-AF1D-B85E-DA62-B3CAE9D4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D83F8-6AA4-D376-4D46-A79DFDD5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37F01-2EE3-C009-7363-9D0952ED7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92770-6C17-2BCE-C8EE-AF3A55ED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6A84A-E89D-1184-4A11-6F2C32D0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0802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D0F8-1431-9BAF-C5D7-D23ABC79B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0E2F9-5F98-13EA-FE27-1CD340509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C522C-8139-3510-B6A0-BE7D246AF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A9895-A982-1794-5765-FB3C908D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F77F7-C36D-5436-61D0-1256EE95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606AC-7ABC-2B50-C116-77704EF4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214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D7EE-52D4-4358-515A-2F59CB87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6C1C2-4122-D0F6-B768-55380B4F9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62927-0B1F-BA34-611D-D43536A9C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5D441-9296-CDDF-455A-7F9E2B56A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5891E6-F587-21C3-910C-E82757633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EF1B4-0D70-674C-B9AF-326D3A23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18B39-BC96-75B9-A5EF-7E6A17BA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12283-A360-1BBB-02C2-2D05E612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220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598E-5F01-5CE9-E19E-4C6321DC2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18B9E5-B90F-096F-3B09-C7DB5900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3FB5F-9C93-A4F3-A1EE-368F625F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A1928-FA3A-948F-6008-34A16E07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76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A929F-95A8-49B3-9956-13DA989FD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DB0FB-DD7D-DA7F-1A44-7C2A01597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5825B-D30B-DBEA-1C85-006F32B9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661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765D-656A-69C8-1F36-C00741B13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05345-ED16-47CB-A3FD-8827FFBDD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33688-4DA5-85F1-36C3-53E4E5862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49B2A-ED2E-6C31-D386-85AEFEA3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4F7E4-61C5-9756-09D0-272AD2F8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A124E-914F-235B-54BA-EAE6682E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458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2C9B-3C66-D1E2-C5D9-3BF7E48C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A5379-40FD-7730-39FB-5747FD745E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B0B45-9946-0346-8AC5-581D48FA2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3D715-2891-4C7E-A1B6-56CA85F6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3AF6F-FD20-ED87-752B-5DDCF4A4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67517-7B52-AE53-F2EC-2E8ADBF3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1307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6D10-9DE8-C12A-4BB5-85D82A046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D0446-A17B-BAA4-03DA-C5734B3BD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80759-FC57-9613-EC36-69074852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44B3F-74AA-2FBB-92BD-83DDE7642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FC3F0-8B25-7FA6-F648-92CCD2C0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734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C8280C-0159-DC38-E796-0E3A1F664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9A4C4-9A77-8CDA-D4A5-F0FDF7884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23628-5EEB-CD8C-FBF3-9EBFADC9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73A14-551B-23A2-4C1B-E1822AB2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20B11-9740-F817-7D30-121DA833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312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B6525-AF96-E9DD-98E9-EF919913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8029A-EFBC-ED03-3285-00A1AC70A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60328-5AE9-4345-867A-590EC1EB1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F9A4C-2B51-4541-A08D-AA48D08A4290}" type="datetimeFigureOut">
              <a:rPr lang="en-ZA" smtClean="0"/>
              <a:t>2026/10/09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88D4F-47D8-D19D-1536-493BACCC8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4EEF0-0196-070C-B88F-45ACAADC4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5F532-720D-4C45-964B-A845A59246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682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1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2F04-A2B0-FAEB-A568-79D954116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F92E0-9CE7-5455-F698-57F817D337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516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7977EFF5-D7F5-66EF-B4B0-D963F1B40DC3}"/>
              </a:ext>
            </a:extLst>
          </p:cNvPr>
          <p:cNvSpPr/>
          <p:nvPr/>
        </p:nvSpPr>
        <p:spPr>
          <a:xfrm>
            <a:off x="9868867" y="430404"/>
            <a:ext cx="1808922" cy="21599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3F59A78-36F7-49C9-5D92-94B7CFE222BE}"/>
              </a:ext>
            </a:extLst>
          </p:cNvPr>
          <p:cNvSpPr/>
          <p:nvPr/>
        </p:nvSpPr>
        <p:spPr>
          <a:xfrm>
            <a:off x="9868867" y="2598742"/>
            <a:ext cx="1808922" cy="15264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371305D-2094-4400-6624-936608E80234}"/>
              </a:ext>
            </a:extLst>
          </p:cNvPr>
          <p:cNvSpPr/>
          <p:nvPr/>
        </p:nvSpPr>
        <p:spPr>
          <a:xfrm>
            <a:off x="9868867" y="4133523"/>
            <a:ext cx="1808922" cy="2099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7D42362A-0CC9-53C3-8093-A3FA1E7943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950705"/>
              </p:ext>
            </p:extLst>
          </p:nvPr>
        </p:nvGraphicFramePr>
        <p:xfrm>
          <a:off x="3480619" y="3838187"/>
          <a:ext cx="5230761" cy="2394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E7CBE5AF-DF45-D479-06D5-D671C5BAD6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956133"/>
              </p:ext>
            </p:extLst>
          </p:nvPr>
        </p:nvGraphicFramePr>
        <p:xfrm>
          <a:off x="3480619" y="430404"/>
          <a:ext cx="5230761" cy="2539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456ECE81-DDDD-B8D5-4247-5DC3478D1CBF}"/>
              </a:ext>
            </a:extLst>
          </p:cNvPr>
          <p:cNvSpPr/>
          <p:nvPr/>
        </p:nvSpPr>
        <p:spPr>
          <a:xfrm>
            <a:off x="5166689" y="2590382"/>
            <a:ext cx="1858617" cy="523458"/>
          </a:xfrm>
          <a:prstGeom prst="rect">
            <a:avLst/>
          </a:prstGeom>
          <a:solidFill>
            <a:srgbClr val="F84E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Z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AWARENESS</a:t>
            </a:r>
            <a:r>
              <a:rPr lang="en-Z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Environment</a:t>
            </a:r>
            <a:endParaRPr lang="en-Z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09FD85-027B-49D7-C51A-5F49DAD2231F}"/>
              </a:ext>
            </a:extLst>
          </p:cNvPr>
          <p:cNvSpPr/>
          <p:nvPr/>
        </p:nvSpPr>
        <p:spPr>
          <a:xfrm>
            <a:off x="5166689" y="3130616"/>
            <a:ext cx="1858617" cy="5135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Z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GUILT, Justice</a:t>
            </a:r>
            <a:endParaRPr lang="en-Z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80E175-936C-B1F2-6FD2-DC6563A45B2D}"/>
              </a:ext>
            </a:extLst>
          </p:cNvPr>
          <p:cNvSpPr/>
          <p:nvPr/>
        </p:nvSpPr>
        <p:spPr>
          <a:xfrm>
            <a:off x="5166689" y="3660914"/>
            <a:ext cx="1858617" cy="46424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Z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HURT, Community</a:t>
            </a:r>
            <a:endParaRPr lang="en-Z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CBFFA3-082D-7DB0-665E-34330E77D893}"/>
              </a:ext>
            </a:extLst>
          </p:cNvPr>
          <p:cNvSpPr txBox="1"/>
          <p:nvPr/>
        </p:nvSpPr>
        <p:spPr>
          <a:xfrm>
            <a:off x="5578526" y="2128717"/>
            <a:ext cx="106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1200" b="1" dirty="0">
                <a:solidFill>
                  <a:schemeClr val="bg1"/>
                </a:solidFill>
              </a:rPr>
              <a:t>TRUTH, Self-</a:t>
            </a:r>
          </a:p>
          <a:p>
            <a:pPr algn="ctr"/>
            <a:r>
              <a:rPr lang="en-ZA" sz="1200" b="1" dirty="0">
                <a:solidFill>
                  <a:schemeClr val="bg1"/>
                </a:solidFill>
              </a:rPr>
              <a:t>Awareness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7E8F74-C541-4AC7-70E0-C265A3AF9C66}"/>
              </a:ext>
            </a:extLst>
          </p:cNvPr>
          <p:cNvSpPr txBox="1"/>
          <p:nvPr/>
        </p:nvSpPr>
        <p:spPr>
          <a:xfrm>
            <a:off x="483474" y="4728890"/>
            <a:ext cx="2080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b="1" dirty="0"/>
              <a:t>BOTTOM BASIN</a:t>
            </a:r>
          </a:p>
          <a:p>
            <a:pPr algn="ctr"/>
            <a:r>
              <a:rPr lang="en-ZA" dirty="0"/>
              <a:t>Dense Energy</a:t>
            </a:r>
          </a:p>
          <a:p>
            <a:pPr algn="ctr"/>
            <a:r>
              <a:rPr lang="en-ZA" dirty="0"/>
              <a:t>Low Vibration</a:t>
            </a:r>
          </a:p>
          <a:p>
            <a:pPr algn="ctr"/>
            <a:r>
              <a:rPr lang="en-ZA" b="1" dirty="0"/>
              <a:t>Deductive Intellect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4B61D7-8FDB-1BC1-3395-91248E4CF53E}"/>
              </a:ext>
            </a:extLst>
          </p:cNvPr>
          <p:cNvSpPr txBox="1"/>
          <p:nvPr/>
        </p:nvSpPr>
        <p:spPr>
          <a:xfrm>
            <a:off x="483474" y="2868113"/>
            <a:ext cx="2080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b="1" dirty="0"/>
              <a:t>MIDDLE BASIN</a:t>
            </a:r>
            <a:endParaRPr lang="en-ZA" sz="1800" b="1" dirty="0"/>
          </a:p>
          <a:p>
            <a:pPr algn="ctr"/>
            <a:r>
              <a:rPr lang="en-ZA" sz="1800" dirty="0"/>
              <a:t>Lighter Energy</a:t>
            </a:r>
          </a:p>
          <a:p>
            <a:pPr algn="ctr"/>
            <a:r>
              <a:rPr lang="en-ZA" dirty="0"/>
              <a:t>Higher</a:t>
            </a:r>
            <a:r>
              <a:rPr lang="en-ZA" sz="1800" dirty="0"/>
              <a:t> Vibration</a:t>
            </a:r>
          </a:p>
          <a:p>
            <a:pPr algn="ctr"/>
            <a:r>
              <a:rPr lang="en-ZA" sz="1800" b="1" dirty="0"/>
              <a:t>Adductive Reasoning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07371C-F45C-D9C6-5B75-A41FC0D71344}"/>
              </a:ext>
            </a:extLst>
          </p:cNvPr>
          <p:cNvSpPr txBox="1"/>
          <p:nvPr/>
        </p:nvSpPr>
        <p:spPr>
          <a:xfrm>
            <a:off x="594583" y="879083"/>
            <a:ext cx="1857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TOP BASIN</a:t>
            </a:r>
          </a:p>
          <a:p>
            <a:pPr algn="ctr"/>
            <a:r>
              <a:rPr lang="en-ZA" dirty="0"/>
              <a:t>Light Energy</a:t>
            </a:r>
            <a:endParaRPr lang="en-ZA" sz="1800" dirty="0"/>
          </a:p>
          <a:p>
            <a:pPr algn="ctr"/>
            <a:r>
              <a:rPr lang="en-ZA" sz="1800" dirty="0"/>
              <a:t>High Vibration</a:t>
            </a:r>
          </a:p>
          <a:p>
            <a:pPr algn="ctr"/>
            <a:r>
              <a:rPr lang="en-ZA" sz="1800" b="1" dirty="0"/>
              <a:t>Inductive Intelligence</a:t>
            </a:r>
            <a:endParaRPr lang="en-ZA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BAC7E4-CE3F-F4BB-7639-C13053FD013D}"/>
              </a:ext>
            </a:extLst>
          </p:cNvPr>
          <p:cNvSpPr txBox="1"/>
          <p:nvPr/>
        </p:nvSpPr>
        <p:spPr>
          <a:xfrm>
            <a:off x="9489522" y="5740014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Money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616A42-E123-A502-6E47-61F59D0C2720}"/>
              </a:ext>
            </a:extLst>
          </p:cNvPr>
          <p:cNvSpPr txBox="1"/>
          <p:nvPr/>
        </p:nvSpPr>
        <p:spPr>
          <a:xfrm>
            <a:off x="9489521" y="4890108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Sex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A0A629-2EEA-C998-8985-4B43B0241545}"/>
              </a:ext>
            </a:extLst>
          </p:cNvPr>
          <p:cNvSpPr txBox="1"/>
          <p:nvPr/>
        </p:nvSpPr>
        <p:spPr>
          <a:xfrm>
            <a:off x="9489522" y="3219102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Faith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4A0A82-0D4F-694C-2733-622C60F93216}"/>
              </a:ext>
            </a:extLst>
          </p:cNvPr>
          <p:cNvSpPr txBox="1"/>
          <p:nvPr/>
        </p:nvSpPr>
        <p:spPr>
          <a:xfrm>
            <a:off x="9489522" y="3741208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Hope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657E18-C552-B965-3CA9-A6D852650E21}"/>
              </a:ext>
            </a:extLst>
          </p:cNvPr>
          <p:cNvSpPr txBox="1"/>
          <p:nvPr/>
        </p:nvSpPr>
        <p:spPr>
          <a:xfrm>
            <a:off x="9489520" y="4133522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Power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3D9774-A2E9-016E-2B02-5DA7B2826DDF}"/>
              </a:ext>
            </a:extLst>
          </p:cNvPr>
          <p:cNvSpPr txBox="1"/>
          <p:nvPr/>
        </p:nvSpPr>
        <p:spPr>
          <a:xfrm>
            <a:off x="9484750" y="767854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Embodiment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812F46-2D77-AFF3-138A-5D1DE112C116}"/>
              </a:ext>
            </a:extLst>
          </p:cNvPr>
          <p:cNvSpPr txBox="1"/>
          <p:nvPr/>
        </p:nvSpPr>
        <p:spPr>
          <a:xfrm>
            <a:off x="9462408" y="1513215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Acceptance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099558-347A-77B4-1F3B-F94BC4FFDF50}"/>
              </a:ext>
            </a:extLst>
          </p:cNvPr>
          <p:cNvSpPr txBox="1"/>
          <p:nvPr/>
        </p:nvSpPr>
        <p:spPr>
          <a:xfrm>
            <a:off x="9484750" y="2213152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Insight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3B4442-48DE-B09B-1EE6-86C62927C580}"/>
              </a:ext>
            </a:extLst>
          </p:cNvPr>
          <p:cNvSpPr txBox="1"/>
          <p:nvPr/>
        </p:nvSpPr>
        <p:spPr>
          <a:xfrm>
            <a:off x="9489522" y="2685793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Realisation</a:t>
            </a:r>
          </a:p>
        </p:txBody>
      </p:sp>
      <p:sp>
        <p:nvSpPr>
          <p:cNvPr id="77" name="Arrow: Curved Up 76">
            <a:extLst>
              <a:ext uri="{FF2B5EF4-FFF2-40B4-BE49-F238E27FC236}">
                <a16:creationId xmlns:a16="http://schemas.microsoft.com/office/drawing/2014/main" id="{1734C5F5-AD4E-1122-47B6-7CAB50D2B208}"/>
              </a:ext>
            </a:extLst>
          </p:cNvPr>
          <p:cNvSpPr/>
          <p:nvPr/>
        </p:nvSpPr>
        <p:spPr>
          <a:xfrm rot="16200000" flipV="1">
            <a:off x="3279501" y="2144949"/>
            <a:ext cx="1485959" cy="2361027"/>
          </a:xfrm>
          <a:prstGeom prst="curvedUp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556C40-31B3-8131-DB48-58927DEB8374}"/>
              </a:ext>
            </a:extLst>
          </p:cNvPr>
          <p:cNvSpPr txBox="1"/>
          <p:nvPr/>
        </p:nvSpPr>
        <p:spPr>
          <a:xfrm>
            <a:off x="3013439" y="2837130"/>
            <a:ext cx="256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b="1" dirty="0"/>
              <a:t>METANOIC</a:t>
            </a:r>
          </a:p>
        </p:txBody>
      </p:sp>
      <p:pic>
        <p:nvPicPr>
          <p:cNvPr id="106" name="Graphic 105" descr="Aspiration outline">
            <a:extLst>
              <a:ext uri="{FF2B5EF4-FFF2-40B4-BE49-F238E27FC236}">
                <a16:creationId xmlns:a16="http://schemas.microsoft.com/office/drawing/2014/main" id="{B7EC218E-BBF8-4984-893A-883571D02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5785" y="273269"/>
            <a:ext cx="3816908" cy="6154327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93F1D2D6-0899-A239-2152-C8037152E5D1}"/>
              </a:ext>
            </a:extLst>
          </p:cNvPr>
          <p:cNvSpPr txBox="1"/>
          <p:nvPr/>
        </p:nvSpPr>
        <p:spPr>
          <a:xfrm>
            <a:off x="7773582" y="4296746"/>
            <a:ext cx="22549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800" dirty="0"/>
              <a:t>Every Level</a:t>
            </a:r>
          </a:p>
          <a:p>
            <a:pPr algn="ctr"/>
            <a:r>
              <a:rPr lang="en-ZA" sz="1800" dirty="0"/>
              <a:t>has 3 Sub-levels:</a:t>
            </a:r>
          </a:p>
          <a:p>
            <a:pPr algn="ctr"/>
            <a:r>
              <a:rPr lang="en-ZA" sz="1800" b="1" dirty="0"/>
              <a:t>3. Being</a:t>
            </a:r>
          </a:p>
          <a:p>
            <a:pPr algn="ctr"/>
            <a:r>
              <a:rPr lang="en-ZA" b="1" dirty="0"/>
              <a:t>2. Doing</a:t>
            </a:r>
          </a:p>
          <a:p>
            <a:pPr algn="ctr"/>
            <a:r>
              <a:rPr lang="en-ZA" sz="1800" b="1" dirty="0"/>
              <a:t>1. </a:t>
            </a:r>
            <a:r>
              <a:rPr lang="en-ZA" b="1" dirty="0"/>
              <a:t>Knowing</a:t>
            </a:r>
            <a:endParaRPr lang="en-ZA" sz="18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8D22B55-A6F0-052E-1562-5F35921FEB31}"/>
              </a:ext>
            </a:extLst>
          </p:cNvPr>
          <p:cNvSpPr txBox="1"/>
          <p:nvPr/>
        </p:nvSpPr>
        <p:spPr>
          <a:xfrm>
            <a:off x="3546064" y="5622490"/>
            <a:ext cx="290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1</a:t>
            </a:r>
            <a:endParaRPr lang="en-ZA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102846E-914E-D52A-6C0F-D8434BFF0038}"/>
              </a:ext>
            </a:extLst>
          </p:cNvPr>
          <p:cNvSpPr txBox="1"/>
          <p:nvPr/>
        </p:nvSpPr>
        <p:spPr>
          <a:xfrm>
            <a:off x="4444223" y="4850744"/>
            <a:ext cx="294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2</a:t>
            </a:r>
            <a:endParaRPr lang="en-ZA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82EAB5C-B625-FF00-69D3-548F35ADD9E3}"/>
              </a:ext>
            </a:extLst>
          </p:cNvPr>
          <p:cNvSpPr txBox="1"/>
          <p:nvPr/>
        </p:nvSpPr>
        <p:spPr>
          <a:xfrm>
            <a:off x="5202996" y="4110156"/>
            <a:ext cx="352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3</a:t>
            </a:r>
            <a:endParaRPr lang="en-ZA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AD18893-39E2-C28A-DA7D-0A8AB9097CC9}"/>
              </a:ext>
            </a:extLst>
          </p:cNvPr>
          <p:cNvSpPr txBox="1"/>
          <p:nvPr/>
        </p:nvSpPr>
        <p:spPr>
          <a:xfrm>
            <a:off x="7025306" y="3708959"/>
            <a:ext cx="317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b="1" dirty="0"/>
              <a:t>4</a:t>
            </a:r>
            <a:endParaRPr lang="en-ZA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D160846-4143-9266-C18D-484AFF10714D}"/>
              </a:ext>
            </a:extLst>
          </p:cNvPr>
          <p:cNvSpPr txBox="1"/>
          <p:nvPr/>
        </p:nvSpPr>
        <p:spPr>
          <a:xfrm>
            <a:off x="7039609" y="3196828"/>
            <a:ext cx="290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5</a:t>
            </a:r>
            <a:endParaRPr lang="en-ZA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2892CDF-F742-C39E-4B70-F76AB7E8939C}"/>
              </a:ext>
            </a:extLst>
          </p:cNvPr>
          <p:cNvSpPr txBox="1"/>
          <p:nvPr/>
        </p:nvSpPr>
        <p:spPr>
          <a:xfrm>
            <a:off x="3610167" y="767854"/>
            <a:ext cx="290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9</a:t>
            </a:r>
            <a:endParaRPr lang="en-ZA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55359C6-F2D7-34C7-0B27-996D9FC2A084}"/>
              </a:ext>
            </a:extLst>
          </p:cNvPr>
          <p:cNvSpPr txBox="1"/>
          <p:nvPr/>
        </p:nvSpPr>
        <p:spPr>
          <a:xfrm>
            <a:off x="4518049" y="1677251"/>
            <a:ext cx="290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8</a:t>
            </a:r>
            <a:endParaRPr lang="en-ZA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2F7E8DD-B618-9F5D-490E-D2700B9BB3BF}"/>
              </a:ext>
            </a:extLst>
          </p:cNvPr>
          <p:cNvSpPr txBox="1"/>
          <p:nvPr/>
        </p:nvSpPr>
        <p:spPr>
          <a:xfrm>
            <a:off x="5190962" y="2222268"/>
            <a:ext cx="290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7</a:t>
            </a:r>
            <a:endParaRPr lang="en-ZA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4D8E43B-CEDA-CC7E-5528-D348F6F0101C}"/>
              </a:ext>
            </a:extLst>
          </p:cNvPr>
          <p:cNvSpPr txBox="1"/>
          <p:nvPr/>
        </p:nvSpPr>
        <p:spPr>
          <a:xfrm>
            <a:off x="7034731" y="2698268"/>
            <a:ext cx="290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b="1" dirty="0"/>
              <a:t>6</a:t>
            </a:r>
            <a:endParaRPr lang="en-ZA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FDC4700-4C22-E346-CC54-F38E79E44F16}"/>
              </a:ext>
            </a:extLst>
          </p:cNvPr>
          <p:cNvSpPr txBox="1"/>
          <p:nvPr/>
        </p:nvSpPr>
        <p:spPr>
          <a:xfrm>
            <a:off x="5481355" y="6356285"/>
            <a:ext cx="136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IMEOLOGY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401B202-F562-1F3E-E104-F05E337E63A8}"/>
              </a:ext>
            </a:extLst>
          </p:cNvPr>
          <p:cNvSpPr txBox="1"/>
          <p:nvPr/>
        </p:nvSpPr>
        <p:spPr>
          <a:xfrm>
            <a:off x="5427298" y="76077"/>
            <a:ext cx="1345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IWEOLOGY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AA377B8-6A24-CB9B-6607-638ABC7EB8EE}"/>
              </a:ext>
            </a:extLst>
          </p:cNvPr>
          <p:cNvSpPr txBox="1"/>
          <p:nvPr/>
        </p:nvSpPr>
        <p:spPr>
          <a:xfrm>
            <a:off x="3684235" y="3644168"/>
            <a:ext cx="1337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b="1" dirty="0"/>
              <a:t>HINGE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2047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89</Words>
  <Application>Microsoft Office PowerPoint</Application>
  <PresentationFormat>Widescreen</PresentationFormat>
  <Paragraphs>52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Sharon Ryan</dc:creator>
  <cp:lastModifiedBy>Sharon Ryan</cp:lastModifiedBy>
  <cp:revision>1</cp:revision>
  <dcterms:created xsi:type="dcterms:W3CDTF">2026-10-09T10:11:02Z</dcterms:created>
  <dcterms:modified xsi:type="dcterms:W3CDTF">2026-10-09T14:22:12Z</dcterms:modified>
</cp:coreProperties>
</file>